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3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3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0.9/100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2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1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INT8: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Pruning: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Distillation: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Paper 1: Efficient Quantization on Mobile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0.97/100 | Platform: Mobile | Model: Transformer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INT8 reduces model size by 75%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Deploy INT8 quantization in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#2: Paper 3: Knowledge Distillation for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0.92/100 | Platform: Mobile | Model: BERT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Low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6x smaller student models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Implement distillation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#3: Paper 2: Pruning Strategies for Edge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0.85/100 | Platform: Edge | Model: CNN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Medium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50% sparsity achievable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Use structured pruning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2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Papers with Code: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(3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Paper 1: Efficient Quantization on Mobile Dev (arXiv) - 1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Paper 3: Knowledge Distillation for Mobile (Papers with Code) - 1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3. Paper 2: Pruning Strategies for Edge Inferenc (arXiv) - 1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