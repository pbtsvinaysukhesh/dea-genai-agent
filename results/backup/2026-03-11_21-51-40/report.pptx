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On-Device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Research Intelligence Report • March 11,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6 Papers Analyzed • Hybrid RAG + Multi-Model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📊 Total Papers: 6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⭐ Average Score: 0.9/100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📱 Mobile Papers: 4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💻 Laptop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🔥 High Impact: 2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🎯 Top Optimization Techniques: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INT8: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Pruning: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Distillation: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💡 Key Insights: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Strong focus on DRAM bandwidth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Quantization methods are trending across platforms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Mobile inference optimization is a primary concern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#1: INT8 Quantization: Achieving 4x Model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0.98/100 | Platform: Mobile | Model: Transformer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INT8 reduces DRAM bandwidth by 75% with minimal accuracy loss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Implement INT8 quantization in production for 4x speedup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#2: On-Device LLM Inference: Techniques and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0.95/100 | Platform: Mobile | Model: LLM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Batching and caching reduce latency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Implement aggressive batching and KV caching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#3: Structured Pruning for Edge AI: A Comprehensive 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0.92/100 | Platform: Edge | Model: CNN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Medium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Achieve 50% sparsity with structured pruning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Use fine-grained structured pruning for mobile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#4: Knowledge Distillation for Efficient Mobile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0.89/100 | Platform: Mobile | Model: BERT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Low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Student models 6x smaller than teacher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Implement knowledge distillation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#5: Mixed Precision Training for Efficient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0.88/100 | Platform: Laptop | Model: ResNet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Medium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Mixed precision reduces memory by 40%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Use mixed precision for training and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#6: Neural Architecture Search for Efficient Mobile 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0.86/100 | Platform: Mobile | Model: MobileNet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Medium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NAS finds models 40% smaller automatically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Deploy NAS-discovered architectures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📈 Most Active Sources: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arXiv: 4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Papers with Code: 2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🔮 Emerging Patterns: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Increasing focus on edge device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Memory efficiency is the top priority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Cross-platform compatibility studies growing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Sources (6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INT8 Quantization: Achieving 4x Model Compres (arXiv) - 1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2. On-Device LLM Inference: Techniques and Trade (Papers with Code) - 1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3. Structured Pruning for Edge AI: A Comprehensi (arXiv) - 1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4. Knowledge Distillation for Efficient Mobile M (Papers with Code) - 1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5. Mixed Precision Training for Efficient Infere (arXiv) - 1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6. Neural Architecture Search for Efficient Mobi (arXiv) - 1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📄 Download the full PDF report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🎤 Listen to the audio podcast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📊 View detailed analysis dashboard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🔗 Access all paper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