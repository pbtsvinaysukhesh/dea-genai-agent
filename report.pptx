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2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2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91.5/100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Efficient Quantization for Mobile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Uses 8-bit quantization to reduce DRAM by 75%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Quantization essential for 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Knowledge Distillation for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88/100 | Platform: Both | Model: Vision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60% size reduction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Distillation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GitHub: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(2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Efficient Quantization for Mobile LLMs (arXiv) - 95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Knowledge Distillation for Vision (GitHub) - 88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