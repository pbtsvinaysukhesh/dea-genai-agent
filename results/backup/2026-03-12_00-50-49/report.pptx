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6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6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4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2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Pruning: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Distillation: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INT8 Quantization: Achieving 4x Model Compression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0.98/100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INT8 reduces DRAM bandwidth by 75% with negligible accuracy loss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INT8 quantization for immediate 4x speedup in 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On-Device LLM Inference: Techniques and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Batching and caching reduce inference latency by 60%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aggressive batching and KV caching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Structured Pruning for Edge AI: A Comprehensive 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0.92/100 | Platform: Edge | Model: CNN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Achieve 50% model sparsity with structured pruning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fine-grained structured pruning for edge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#4: Knowledge Distillation for Efficient Mobile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0.89/100 | Platform: Mobile | Model: BERT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Student models 6x smaller than teacher with 95% accuracy retention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knowledge distillation pipelines in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#5: Mixed Precision Training for Efficient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0.88/100 | Platform: Laptop | Model: ResNet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Mixed precision reduces memory consumption by 40%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mixed precision for training and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#6: Neural Architecture Search for Efficient Mobile 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0.86/100 | Platform: Mobile | Model: MobileNet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NAS-discovered models are 40% smaller than hand-designed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Deploy NAS-discovered architectures for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4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2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(6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INT8 Quantization: Achieving 4x Model Compres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On-Device LLM Inference: Techniques and Trade (Papers with Code)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Structured Pruning for Edge AI: A Comprehensi (arXiv)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4. Knowledge Distillation for Efficient Mobile M (Papers with Code)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5. Mixed Precision Training for Efficient Infere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6. Neural Architecture Search for Efficient Mobi (arXiv) - 1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