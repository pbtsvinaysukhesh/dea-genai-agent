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On-Device AI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Research Intelligence Report • March 12,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2 Papers Analyzed • Hybrid RAG + Multi-Model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📊 Total Papers: 2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⭐ Average Score: 91.5/100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📱 Mobile Papers: 1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💻 Laptop Papers: 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🔥 High Impact: 1 papers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🎯 Top Optimization Techniques: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💡 Key Insights: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Strong focus on DRAM bandwidth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Quantization methods are trending across platforms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Mobile inference optimization is a primary concern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#1: Efficient Mobile LLMs via Quantization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95/100 | Platform: Mobile | Model: LLM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High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8-bit quantization reduces DRAM from 4GB to 500MB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Quantization is essential for mobile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#2: Vision Model Distillation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88/100 | Platform: Both | Model: Vision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Medium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Knowledge distillation reduces model size by 60%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Apply distillation for cross-platform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Research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📈 Most Active Sources: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arXiv: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GitHub: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🔮 Emerging Patterns: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Increasing focus on edge device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Memory efficiency is the top priority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Cross-platform compatibility studies growing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Sources (2 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1. Efficient Mobile LLMs via Quantization (arXiv) - 95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2. Vision Model Distillation (GitHub) - 88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📄 Download the full PDF report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🎤 Listen to the audio podcast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📊 View detailed analysis dashboard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🔗 Access all paper 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