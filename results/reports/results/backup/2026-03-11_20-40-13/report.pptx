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On-Device 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Research Intelligence Report • March 11,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3 Papers Analyzed • Hybrid RAG + Multi-Model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📊 Total Papers: 3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⭐ Average Score: 0.9/100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📱 Mobile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💻 Laptop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🔥 High Impact: 1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🎯 Top Optimization Techniques: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INT8: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FP16: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Pruning: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💡 Key Insights: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Strong focus on DRAM bandwidth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Quantization methods are trending across platforms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Mobile inference optimization is a primary concern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#1: Test Paper 1: On-Device AI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0.95/100 | Platform: Mobile | Model: Transformer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Quantization reduces DRAM by 40%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Implement INT8 quantization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#2: Test Paper 2: Mobile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0.88/100 | Platform: Laptop | Model: CNN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Medium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Knowledge distillation effective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Use distilled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#3: Test Paper 3: Edge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0.82/100 | Platform: Edge | Model: LSTM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Low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Pruning effective for LSTM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Apply structured pruning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Research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📈 Most Active Sources: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arXiv: 2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Papers with Code: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🔮 Emerging Patterns: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Increasing focus on edge device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Memory efficiency is the top priority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Cross-platform compatibility studies growing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Sources (3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1. Test Paper 1: On-Device AI Optimization (arXiv) - 1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2. Test Paper 2: Mobile Inference (arXiv) - 1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3. Test Paper 3: Edge Computing (Papers with Code) - 1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📄 Download the full PDF report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🎤 Listen to the audio podcast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📊 View detailed analysis dashboard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🔗 Access all paper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