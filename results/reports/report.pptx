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3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3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0.9/100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3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2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INT8: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Distillation: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Quantization+Pruning: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INT8 Quantization: Achieving 4x Model Compression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0.98/100 | Platform: Mobile | Model: Transformer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INT8 reduces DRAM bandwidth by 75% with minimal accuracy loss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Implement INT8 quantization for 4x speedup on mobile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#2: On-Device LLM Inference: KV Cache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0.95/100 | Platform: Mobile | Model: LLM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Batching and caching reduce latency by 60%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Implement aggressive batching and KV caching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#3: Knowledge Distillation for Mobile Models: 6x Compr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0.89/100 | Platform: Mobile | Model: BERT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Low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Student models 6x smaller than teacher with 95% accuracy retention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Deploy knowledge distillation pipelines in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Papers with Code: 2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(3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INT8 Quantization: Achieving 4x Model Compres (arXiv) - 1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On-Device LLM Inference: KV Cache Optimizatio (Papers with Code) - 1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3. Knowledge Distillation for Mobile Models: 6x  (Papers with Code) - 1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