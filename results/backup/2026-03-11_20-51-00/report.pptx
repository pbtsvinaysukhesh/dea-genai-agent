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On-Device AI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Research Intelligence Report • March 11,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2 Papers Analyzed • Hybrid RAG + Multi-Model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📊 Total Papers: 2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⭐ Average Score: 0.9/100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📱 Mobile Papers: 1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💻 Laptop Papers: 1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🔥 High Impact: 1 papers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🎯 Top Optimization Techniques: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INT8: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Distillation: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💡 Key Insights: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Strong focus on DRAM bandwidth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Quantization methods are trending across platforms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Mobile inference optimization is a primary concern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#1: Advanced On-Device AI: Efficient Neural Networks 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0.98/100 | Platform: Mobile | Model: Transformer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High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Quantization + pruning reduces DRAM by 60%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Implement INT8 quantization with structured pruning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#2: Mobile Inference Optimization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0.92/100 | Platform: Laptop | Model: CNN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Medium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Knowledge distillation effective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Use distilled models for mobile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Research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📈 Most Active Sources: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arXiv: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Papers with Code: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🔮 Emerging Patterns: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Increasing focus on edge device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Memory efficiency is the top priority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Cross-platform compatibility studies growing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Sources (2 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1. Advanced On-Device AI: Efficient Neural Netwo (arXiv) - 1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2. Mobile Inference Optimization Techniques (Papers with Code) - 1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📄 Download the full PDF report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🎤 Listen to the audio podcast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📊 View detailed analysis dashboard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🔗 Access all paper 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