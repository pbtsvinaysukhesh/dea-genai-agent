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12,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1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95.0/100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Test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Test insight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Test takeaway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(1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Test Paper (arXiv) - 95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