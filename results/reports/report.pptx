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7E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On-Device AI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Research Intelligence Report • February 25,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943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8C8C8"/>
                </a:solidFill>
              </a:defRPr>
            </a:pPr>
            <a:r>
              <a:t>6 Papers Analyzed • Hybrid RAG + Multi-Model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📊 Total Papers: 6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⭐ Average Score: 90.0/100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📱 Mobile Papers: 2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💻 Laptop Papers: 2</a:t>
            </a:r>
          </a:p>
          <a:p>
            <a:pPr>
              <a:spcBef>
                <a:spcPts val="1200"/>
              </a:spcBef>
              <a:defRPr sz="2400">
                <a:solidFill>
                  <a:srgbClr val="2D3748"/>
                </a:solidFill>
              </a:defRPr>
            </a:pPr>
            <a:r>
              <a:t>🔥 High Impact: 2 papers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🎯 Top Optimization Techniques: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Int8 Quantization: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Mixed-Precision (Int4/Int8):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Dynamic Quantization: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💡 Key Insights: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Strong focus on DRAM bandwidth optimization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Quantization methods are trending across platforms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Mobile inference optimization is a primary concern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#1: Neural Architecture Search for Edge Devices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95/100 | Platform: IoT | Model: Transformer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Low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Paper 3: Demonstrates Dynamic Quantization achieving 3.2x reduction in model size while maintaining inference speed within 5% of baseline.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Dynamic Quantization in production systems. Consider calibration dataset size and quantization granularity for optimal performance.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#2: Hardware-Aware Model Compression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95/100 | Platform: IoT | Model: CNN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Low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Paper 6: Demonstrates Differentiable Quantization achieving 3.2x reduction in model size while maintaining inference speed within 5% of baseline.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Differentiable Quantization in production systems. Consider calibration dataset size and quantization granularity for optimal performance.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#3: DRAM Bandwidth Optimization on Mobile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90/100 | Platform: Laptop | Model: CNN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Medium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Paper 2: Demonstrates Mixed-Precision (Int4/Int8) achieving 3.2x reduction in model size while maintaining inference speed within 5% of baseline.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Mixed-Precision (Int4/Int8) in production systems. Consider calibration dataset size and quantization granularity for optimal performance.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#4: Memory-Efficient Attention Mechanisms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90/100 | Platform: Laptop | Model: Transformer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Medium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Paper 5: Demonstrates Pruning with Quantization achieving 3.2x reduction in model size while maintaining inference speed within 5% of baseline.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Pruning with Quantization in production systems. Consider calibration dataset size and quantization granularity for optimal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#5: Efficient Quantization for On-Device Neural Networ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85/100 | Platform: Mobile | Model: Transformer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High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Paper 1: Demonstrates Int8 Quantization achieving 3.2x reduction in model size while maintaining inference speed within 5% of baseline.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Int8 Quantization in production systems. Consider calibration dataset size and quantization granularity for optimal performance.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>
                <a:solidFill>
                  <a:srgbClr val="667EEA"/>
                </a:solidFill>
              </a:defRPr>
            </a:pPr>
            <a:r>
              <a:t>#6: Mixed-Precision Inference for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Score: 85/100 | Platform: Mobile | Model: CNN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DRAM Impact: High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💾 Memory Insight:</a:t>
            </a: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Paper 4: Demonstrates Knowledge Distillation achieving 3.2x reduction in model size while maintaining inference speed within 5% of baseline.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</a:p>
          <a:p>
            <a:pPr>
              <a:spcBef>
                <a:spcPts val="400"/>
              </a:spcBef>
              <a:defRPr sz="1600" b="1">
                <a:solidFill>
                  <a:srgbClr val="2D3748"/>
                </a:solidFill>
              </a:defRPr>
            </a:pPr>
            <a:r>
              <a:t>⚙️ Engineering Takeaway:</a:t>
            </a:r>
          </a:p>
          <a:p>
            <a:pPr>
              <a:spcBef>
                <a:spcPts val="400"/>
              </a:spcBef>
              <a:defRPr sz="1600">
                <a:solidFill>
                  <a:srgbClr val="2D3748"/>
                </a:solidFill>
              </a:defRPr>
            </a:pPr>
            <a:r>
              <a:t>Implement Knowledge Distillation in production systems. Consider calibration dataset size and quantization granularity for optimal performance.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Research Trends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📈 Most Active Sources: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arXiv: 2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NeurIPS: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ICLR: 1 papers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🔮 Emerging Patterns: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Increasing focus on edge device optimization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Memory efficiency is the top priority</a:t>
            </a:r>
          </a:p>
          <a:p>
            <a:pPr>
              <a:spcBef>
                <a:spcPts val="600"/>
              </a:spcBef>
              <a:defRPr sz="1800">
                <a:solidFill>
                  <a:srgbClr val="2D3748"/>
                </a:solidFill>
              </a:defRPr>
            </a:pPr>
            <a:r>
              <a:t>   • Cross-platform compatibility studies growing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>
                <a:solidFill>
                  <a:srgbClr val="667EEA"/>
                </a:solidFill>
              </a:defRPr>
            </a:pPr>
            <a:r>
              <a:t>Reference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2D3748"/>
                </a:solidFill>
              </a:defRPr>
            </a:pPr>
            <a:r>
              <a:t>1. Neural Architecture Search for Edge Devices (ICLR) - 95/100</a:t>
            </a:r>
          </a:p>
          <a:p>
            <a:pPr>
              <a:spcBef>
                <a:spcPts val="600"/>
              </a:spcBef>
              <a:defRPr sz="1400">
                <a:solidFill>
                  <a:srgbClr val="2D3748"/>
                </a:solidFill>
              </a:defRPr>
            </a:pPr>
            <a:r>
              <a:t>2. Hardware-Aware Model Compression Techniques (arXiv) - 95/100</a:t>
            </a:r>
          </a:p>
          <a:p>
            <a:pPr>
              <a:spcBef>
                <a:spcPts val="600"/>
              </a:spcBef>
              <a:defRPr sz="1400">
                <a:solidFill>
                  <a:srgbClr val="2D3748"/>
                </a:solidFill>
              </a:defRPr>
            </a:pPr>
            <a:r>
              <a:t>3. DRAM Bandwidth Optimization on Mobile Platforms (NeurIPS) - 90/100</a:t>
            </a:r>
          </a:p>
          <a:p>
            <a:pPr>
              <a:spcBef>
                <a:spcPts val="600"/>
              </a:spcBef>
              <a:defRPr sz="1400">
                <a:solidFill>
                  <a:srgbClr val="2D3748"/>
                </a:solidFill>
              </a:defRPr>
            </a:pPr>
            <a:r>
              <a:t>4. Memory-Efficient Attention Mechanisms (Google Scholar) - 90/100</a:t>
            </a:r>
          </a:p>
          <a:p>
            <a:pPr>
              <a:spcBef>
                <a:spcPts val="600"/>
              </a:spcBef>
              <a:defRPr sz="1400">
                <a:solidFill>
                  <a:srgbClr val="2D3748"/>
                </a:solidFill>
              </a:defRPr>
            </a:pPr>
            <a:r>
              <a:t>5. Efficient Quantization for On-Device Neural Networks (arXiv) - 85/100</a:t>
            </a:r>
          </a:p>
          <a:p>
            <a:pPr>
              <a:spcBef>
                <a:spcPts val="600"/>
              </a:spcBef>
              <a:defRPr sz="1400">
                <a:solidFill>
                  <a:srgbClr val="2D3748"/>
                </a:solidFill>
              </a:defRPr>
            </a:pPr>
            <a:r>
              <a:t>6. Mixed-Precision Inference for LLMs (ICML) - 85/100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474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📄 Download the full PDF report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🎤 Listen to the audio podcast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📊 View detailed analysis dashboard</a:t>
            </a:r>
          </a:p>
          <a:p>
            <a:pPr>
              <a:spcBef>
                <a:spcPts val="1000"/>
              </a:spcBef>
              <a:defRPr sz="2000">
                <a:solidFill>
                  <a:srgbClr val="FFFFFF"/>
                </a:solidFill>
              </a:defRPr>
            </a:pPr>
            <a:r>
              <a:t>🔗 Access all paper resources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