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3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3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88.3/100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Efficient Mobile LLMs via 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8-bit quantization reduces DRAM from 4GB to 500MB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Quantization is essential for mobile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Vision Model Distillation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88/100 | Platform: Both | Model: Vision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Knowledge distillation reduces model size by 60%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Apply distillation for cross-platform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#3: Streaming Audio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82/100 | Platform: Laptop | Model: Audio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Low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Streaming architecture uses constant memory regardless of audio length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streaming-based inference for real-time audio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GitHub: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Scholar: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(3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Efficient Mobile LLMs via Quantization (arXiv) - 95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Vision Model Distillation (GitHub) - 88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Streaming Audio Inference (Scholar) - 82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