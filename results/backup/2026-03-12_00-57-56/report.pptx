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On-Device AI Intelligence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3832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FFFFFF"/>
                </a:solidFill>
              </a:defRPr>
            </a:pPr>
            <a:r>
              <a:t>Research Intelligence Report • March 12,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8C8C8"/>
                </a:solidFill>
              </a:defRPr>
            </a:pPr>
            <a:r>
              <a:t>1 Papers Analyzed • Hybrid RAG + Multi-Model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📊 Total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⭐ Average Score: 95.0/100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📱 Mobile Papers: 1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💻 Laptop Papers: 0</a:t>
            </a:r>
          </a:p>
          <a:p>
            <a:pPr>
              <a:spcBef>
                <a:spcPts val="1200"/>
              </a:spcBef>
              <a:defRPr sz="2400">
                <a:solidFill>
                  <a:srgbClr val="2D3748"/>
                </a:solidFill>
              </a:defRPr>
            </a:pPr>
            <a:r>
              <a:t>🔥 High Impact: 1 papers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🎯 Top Optimization Techniques: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💡 Key Insights: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Strong focus on DRAM bandwidth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Quantization methods are trending across platforms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Mobile inference optimization is a primary concern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>
                <a:solidFill>
                  <a:srgbClr val="667EEA"/>
                </a:solidFill>
              </a:defRPr>
            </a:pPr>
            <a:r>
              <a:t>#1: Test Paper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Score: 95/100 | Platform: Mobile | Model: LLM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DRAM Impact: High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💾 Memory Insight:</a:t>
            </a: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Test insight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</a:p>
          <a:p>
            <a:pPr>
              <a:spcBef>
                <a:spcPts val="400"/>
              </a:spcBef>
              <a:defRPr sz="1600" b="1">
                <a:solidFill>
                  <a:srgbClr val="2D3748"/>
                </a:solidFill>
              </a:defRPr>
            </a:pPr>
            <a:r>
              <a:t>⚙️ Engineering Takeaway:</a:t>
            </a:r>
          </a:p>
          <a:p>
            <a:pPr>
              <a:spcBef>
                <a:spcPts val="400"/>
              </a:spcBef>
              <a:defRPr sz="1600">
                <a:solidFill>
                  <a:srgbClr val="2D3748"/>
                </a:solidFill>
              </a:defRPr>
            </a:pPr>
            <a:r>
              <a:t>Test takeaway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Research Trends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📈 Most Active Sources: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arXiv: 1 papers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🔮 Emerging Patterns: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Increasing focus on edge device optimization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Memory efficiency is the top priority</a:t>
            </a:r>
          </a:p>
          <a:p>
            <a:pPr>
              <a:spcBef>
                <a:spcPts val="600"/>
              </a:spcBef>
              <a:defRPr sz="1800">
                <a:solidFill>
                  <a:srgbClr val="2D3748"/>
                </a:solidFill>
              </a:defRPr>
            </a:pPr>
            <a:r>
              <a:t>   • Cross-platform compatibility studies growing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4400">
                <a:solidFill>
                  <a:srgbClr val="667EEA"/>
                </a:solidFill>
              </a:defRPr>
            </a:pPr>
            <a:r>
              <a:t>Sources (1 total)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  <a:defRPr sz="1100">
                <a:solidFill>
                  <a:srgbClr val="2D3748"/>
                </a:solidFill>
              </a:defRPr>
            </a:pPr>
            <a:r>
              <a:t>1. Test Paper 1 (arXiv) - 95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64BA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📄 Download the full PDF report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🎤 Listen to the audio podcast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📊 View detailed analysis dashboard</a:t>
            </a:r>
          </a:p>
          <a:p>
            <a:pPr>
              <a:spcBef>
                <a:spcPts val="1000"/>
              </a:spcBef>
              <a:defRPr sz="2000">
                <a:solidFill>
                  <a:srgbClr val="FFFFFF"/>
                </a:solidFill>
              </a:defRPr>
            </a:pPr>
            <a:r>
              <a:t>🔗 Access all paper resources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